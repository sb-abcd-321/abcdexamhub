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9107424" y="877824"/>
            <a:ext cx="3547872" cy="3547872"/>
          </a:xfrm>
          <a:prstGeom prst="ellipse">
            <a:avLst/>
          </a:prstGeom>
          <a:solidFill>
            <a:srgbClr val="6366F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72016" y="1042416"/>
            <a:ext cx="3218688" cy="3218688"/>
          </a:xfrm>
          <a:prstGeom prst="ellipse">
            <a:avLst/>
          </a:prstGeom>
          <a:solidFill>
            <a:srgbClr val="6366F1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36608" y="1207008"/>
            <a:ext cx="2889504" cy="2889504"/>
          </a:xfrm>
          <a:prstGeom prst="ellipse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1371600"/>
            <a:ext cx="2560320" cy="2560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0" y="13716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 Exam Hub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4B8A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Smarter Exams. Empowered Institutes.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4572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6616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 SaaS platform for conducting examinations,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question banks, and unlocking AI-powered insights.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50292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Admin Pitch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Running exams at scale is still painful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57784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Manual Question Banks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wasted copy-pasting MCQs across spreadsheets and docs.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57784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🕒  Scheduling Chaos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Conflicts, no-shows, and missed deadlines with zero tracking.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023360"/>
            <a:ext cx="557784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Zero Analytics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7091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visibility into student performance, topic gaps, or trends.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4023360"/>
            <a:ext cx="557784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No AI Support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47091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Recommendations, auto-grading, and smart insights are out of reach.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Introducing ABCD Exam Hub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One platform. All roles. Total control.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92024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control, branding &amp; billing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920240"/>
            <a:ext cx="914400" cy="9144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(You)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520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workspace, your rules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192024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520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topics, questions &amp; exams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0" y="192024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0" y="3520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AI-guided exams &amp; history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Next.js 16 · Neon PostgreSQL · Clerk Auth · Google Gemini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Get as Admin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Everything you need to run a world-class exam operation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933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 Your Institute Workspace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branding, public profile, and isolated data — all yours.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9933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👩‍🏫  Appoint Teachers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4871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Invite staff to your workspace and assign roles instantly.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82880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9933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Shared Question Bank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58200" y="24871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rich MCQ bank across topics. Public or private.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97764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422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Exam Scheduling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63600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exams with time controls, attempt limits, and more.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397764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1422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Live Analytics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463600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dashboard covering attempts, scores, and trends.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3977640"/>
            <a:ext cx="3703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41422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AI-Driven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463600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powers personalised recommendations for students.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Dashboard Spotlight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Workspace Analytics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Students:  342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Exams:     8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Avg. Score:     74 %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Teacher Count:   12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1371600"/>
            <a:ext cx="621792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5087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 Upcoming Exams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0116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Physics Mock  –  25 Mar  (148 enrolled)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24688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Chemistry Final  –  28 Mar  (93 enrolled)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7880" y="29260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Math Practice  –  01 Apr  (210 enrolled)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319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Teacher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434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 / Remove teachers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4892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Assign topics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5349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 question contributions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0" y="3794760"/>
            <a:ext cx="62179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39319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Workspace Settings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44348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logo &amp; institute name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97880" y="48920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profile toggle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97880" y="53492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Broadcast notices to students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Google Gemini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8BF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Built-in intelligence that sets your institute apart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152144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99339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Exam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analyses each student's topic history and recommends the most relevant next exam automatically.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1152144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04495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Personalised Learning Paths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42900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receive tailored suggestions based on weak areas — boosting engagement and pass rates.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1152144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233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40965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Bulk MCQ Generation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48056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Teachers can generate entire question sets on any topic in seconds, saving hours of prep 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52144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0749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514807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Gap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53212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surfaces topic-level weak spots across your student cohort, giving admins actionable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&amp; Pricing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Simple, transparent pricing — no hidden fees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749040" cy="4663440"/>
          </a:xfrm>
          <a:prstGeom prst="roundRect">
            <a:avLst>
              <a:gd name="adj" fmla="val 3659"/>
            </a:avLst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small institutes getting started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301752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86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 Workspace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251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Up to 2 Teachers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7640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100 Students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2029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Basic Analytics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641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Community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749040" cy="4663440"/>
          </a:xfrm>
          <a:prstGeom prst="roundRect">
            <a:avLst>
              <a:gd name="adj" fmla="val 3659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160020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6002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RECOMMENDED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4340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43400" y="2514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₹999 / mo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48056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growing institutes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749040"/>
            <a:ext cx="301752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886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 Workspace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43251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Up to 10 Teachers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47640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Unlimited Students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52029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Advanced Analytics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5641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AI Recommendations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6080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Priority Support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1828800"/>
            <a:ext cx="3749040" cy="4663440"/>
          </a:xfrm>
          <a:prstGeom prst="roundRect">
            <a:avLst>
              <a:gd name="adj" fmla="val 3659"/>
            </a:avLst>
          </a:prstGeom>
          <a:solidFill>
            <a:srgbClr val="134E4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21040" y="2514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₹2,499 / mo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45820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large-scale operations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86800" y="3749040"/>
            <a:ext cx="301752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0" y="3886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Multiple Workspaces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43251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Unlimited Teachers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95360" y="47640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Unlimited Students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95360" y="52029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Full AI Suite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95360" y="5641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Custom Branding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95360" y="6080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Dedicated Support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Trust &amp; Security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Enterprise-grade safeguards from day 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57607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Clerk 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4505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2.0, Email OTP, and webhook-based role sync. Multi-factor ready.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7607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116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2011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24505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RBAC — every API route is gated by role and workspace ownership.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57607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2900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429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 Serverless PostgreSQL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8679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Autoscales with demand. Data isolated per workspace. SOC-2 compliant infra.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3337560"/>
            <a:ext cx="57607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42900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23760" y="3429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Integrity Controls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38679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limits, time windows, and anti-duplication safeguards built-in.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754880"/>
            <a:ext cx="57607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463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88720" y="4846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CDN &amp; Edge-Ready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52852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edge deployment ensures &lt; 100 ms response worldwide.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4754880"/>
            <a:ext cx="57607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8463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4846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52852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 for all admin actions and exam lifecycle events.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ABCD Exam Hub?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657600" cy="5303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371600"/>
            <a:ext cx="2560320" cy="5303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3716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 Exam Hub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371600"/>
            <a:ext cx="2560320" cy="5303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3716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81160" y="1371600"/>
            <a:ext cx="2560320" cy="5303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0" y="13716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LMS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36576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019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Recommendations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9080" y="1901952"/>
            <a:ext cx="256032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90195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901952"/>
            <a:ext cx="25603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90195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81160" y="1901952"/>
            <a:ext cx="25603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0" y="190195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432304"/>
            <a:ext cx="365760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4323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Multi-role Workspace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69080" y="2432304"/>
            <a:ext cx="256032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243230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2432304"/>
            <a:ext cx="256032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243230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81160" y="2432304"/>
            <a:ext cx="256032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0" y="243230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Limited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962656"/>
            <a:ext cx="36576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296265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Analytics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69080" y="2962656"/>
            <a:ext cx="256032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296265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2962656"/>
            <a:ext cx="25603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296265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81160" y="2962656"/>
            <a:ext cx="25603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9418320" y="296265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Limited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493008"/>
            <a:ext cx="365760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49300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Branding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69080" y="3493008"/>
            <a:ext cx="256032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0" y="34930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0" y="3493008"/>
            <a:ext cx="256032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34930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81160" y="3493008"/>
            <a:ext cx="256032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9418320" y="34930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4023360"/>
            <a:ext cx="36576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0233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Setup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069080" y="4023360"/>
            <a:ext cx="256032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Text 46"/>
          <p:cNvSpPr/>
          <p:nvPr/>
        </p:nvSpPr>
        <p:spPr>
          <a:xfrm>
            <a:off x="4206240" y="402336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75120" y="4023360"/>
            <a:ext cx="25603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Text 48"/>
          <p:cNvSpPr/>
          <p:nvPr/>
        </p:nvSpPr>
        <p:spPr>
          <a:xfrm>
            <a:off x="6812280" y="402336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281160" y="4023360"/>
            <a:ext cx="256032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2" name="Text 50"/>
          <p:cNvSpPr/>
          <p:nvPr/>
        </p:nvSpPr>
        <p:spPr>
          <a:xfrm>
            <a:off x="9418320" y="402336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4553712"/>
            <a:ext cx="365760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455371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Affordable Pricing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069080" y="4553712"/>
            <a:ext cx="256032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6" name="Text 54"/>
          <p:cNvSpPr/>
          <p:nvPr/>
        </p:nvSpPr>
        <p:spPr>
          <a:xfrm>
            <a:off x="4206240" y="455371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0" y="4553712"/>
            <a:ext cx="256032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6812280" y="455371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281160" y="4553712"/>
            <a:ext cx="2560320" cy="5303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0" name="Text 58"/>
          <p:cNvSpPr/>
          <p:nvPr/>
        </p:nvSpPr>
        <p:spPr>
          <a:xfrm>
            <a:off x="9418320" y="455371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3017520" y="548640"/>
            <a:ext cx="6309360" cy="6309360"/>
          </a:xfrm>
          <a:prstGeom prst="ellipse">
            <a:avLst/>
          </a:prstGeom>
          <a:solidFill>
            <a:srgbClr val="6366F1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822960"/>
            <a:ext cx="5760720" cy="5760720"/>
          </a:xfrm>
          <a:prstGeom prst="ellipse">
            <a:avLst/>
          </a:prstGeom>
          <a:solidFill>
            <a:srgbClr val="6366F1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1097280"/>
            <a:ext cx="5212080" cy="5212080"/>
          </a:xfrm>
          <a:prstGeom prst="ellipse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1371600"/>
            <a:ext cx="4663440" cy="4663440"/>
          </a:xfrm>
          <a:prstGeom prst="ellipse">
            <a:avLst/>
          </a:prstGeom>
          <a:solidFill>
            <a:srgbClr val="6366F1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9728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Transform Your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Operations?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institutes already running smarter exams with ABCD Exam Hub.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77640" y="40233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4023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Get Started – Request Access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your Super Admin · abcdexamhub.app · support@abcdexamhub.app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ABCD Exam Hub – Workspace Admin Pitch</dc:title>
  <dc:subject>SaaS Exam Management Platform</dc:subject>
  <dc:creator>ABCD Exam Hub</dc:creator>
  <cp:lastModifiedBy>ABCD Exam Hub</cp:lastModifiedBy>
  <cp:revision>1</cp:revision>
  <dcterms:created xsi:type="dcterms:W3CDTF">2026-03-24T04:30:54Z</dcterms:created>
  <dcterms:modified xsi:type="dcterms:W3CDTF">2026-03-24T04:30:54Z</dcterms:modified>
</cp:coreProperties>
</file>